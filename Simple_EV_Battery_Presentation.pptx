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Predicting Electric Vehicle Battery Degradation using Ensemble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Data-Driven Approach to Improve Battery Management System (BMS)</a:t>
            </a:r>
          </a:p>
          <a:p/>
          <a:p>
            <a:r>
              <a:t>Presented by: Swati Aryan</a:t>
            </a:r>
          </a:p>
          <a:p>
            <a:r>
              <a:t>Institution: [Your College/University]</a:t>
            </a:r>
          </a:p>
          <a:p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 Vehicle (EV) batteries are expensive and degrade over time.</a:t>
            </a:r>
          </a:p>
          <a:p>
            <a:r>
              <a:t>• Battery degradation reduces driving range and performance.</a:t>
            </a:r>
          </a:p>
          <a:p>
            <a:r>
              <a:t>• A smart BMS can predict degradation and optimize charging.</a:t>
            </a:r>
          </a:p>
          <a:p>
            <a:r>
              <a:t>• Goal: Use machine learning to predict battery degradation rate accurately.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EV battery charging data (ev_battery_charging_data.csv)</a:t>
            </a:r>
          </a:p>
          <a:p>
            <a:r>
              <a:t>• Samples: 1,000 records | Features: 13</a:t>
            </a:r>
          </a:p>
          <a:p>
            <a:r>
              <a:t>• Target: Degradation Rate (%)</a:t>
            </a:r>
          </a:p>
          <a:p>
            <a:r>
              <a:t>• Important Inputs:</a:t>
            </a:r>
          </a:p>
          <a:p>
            <a:r>
              <a:t>   - Voltage (V), Current (A), SOC (%)</a:t>
            </a:r>
          </a:p>
          <a:p>
            <a:r>
              <a:t>   - Battery Temp (°C), Ambient Temp (°C)</a:t>
            </a:r>
          </a:p>
          <a:p>
            <a:r>
              <a:t>   - Charging Mode, Battery Type, EV Model</a:t>
            </a:r>
          </a:p>
          <a:p>
            <a:r>
              <a:t>   - Charging Duration (min), Efficiency (%)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Preprocessing</a:t>
            </a:r>
          </a:p>
          <a:p>
            <a:r>
              <a:t>   - Removed missing values</a:t>
            </a:r>
          </a:p>
          <a:p>
            <a:r>
              <a:t>   - Encoded categorical features</a:t>
            </a:r>
          </a:p>
          <a:p>
            <a:r>
              <a:t>   - Checked correlations between features</a:t>
            </a:r>
          </a:p>
          <a:p/>
          <a:p>
            <a:r>
              <a:t>2. Modeling Approach</a:t>
            </a:r>
          </a:p>
          <a:p>
            <a:r>
              <a:t>   - Used Ensemble Learning (Voting Regressor)</a:t>
            </a:r>
          </a:p>
          <a:p>
            <a:r>
              <a:t>   - Combined: Random Forest, XGBoost, LightGBM, and MLP Regressor</a:t>
            </a:r>
          </a:p>
          <a:p>
            <a:r>
              <a:t>   - Goal: Improve accuracy and reduce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Performance:</a:t>
            </a:r>
          </a:p>
          <a:p>
            <a:r>
              <a:t>• R² Score: 0.73 (73.3% accuracy)</a:t>
            </a:r>
          </a:p>
          <a:p>
            <a:r>
              <a:t>• RMSE: 1.32 (average error in predicted degradation rate)</a:t>
            </a:r>
          </a:p>
          <a:p/>
          <a:p>
            <a:r>
              <a:t>Key Findings:</a:t>
            </a:r>
          </a:p>
          <a:p>
            <a:r>
              <a:t>• Efficiency (%) and Charging Duration (min) are most influential.</a:t>
            </a:r>
          </a:p>
          <a:p>
            <a:r>
              <a:t>• Predictions closely match actual results.</a:t>
            </a:r>
          </a:p>
          <a:p>
            <a:r>
              <a:t>• Errors are randomly distributed → unbiased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a machine learning model to predict EV battery degradation.</a:t>
            </a:r>
          </a:p>
          <a:p>
            <a:r>
              <a:t>• Ensemble model provided reliable predictions.</a:t>
            </a:r>
          </a:p>
          <a:p>
            <a:r>
              <a:t>• Can help BMS improve charging efficiency and battery lifespan.</a:t>
            </a:r>
          </a:p>
          <a:p/>
          <a:p>
            <a:r>
              <a:t>Impact:</a:t>
            </a:r>
          </a:p>
          <a:p>
            <a:r>
              <a:t>• Better performance, lower maintenance cost, longer battery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• Tune hyperparameters (GridSearchCV).</a:t>
            </a:r>
          </a:p>
          <a:p>
            <a:r>
              <a:t>• Test model in real-time BMS systems.</a:t>
            </a:r>
          </a:p>
          <a:p>
            <a:r>
              <a:t>• Extend to predict battery health classes (Optimal / Poor / Overcharged).</a:t>
            </a:r>
          </a:p>
          <a:p/>
          <a:p>
            <a:r>
              <a:t>Acknowledgement:</a:t>
            </a:r>
          </a:p>
          <a:p>
            <a:r>
              <a:t>Thanks to mentors, institution, and team members for guidance and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